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2"/>
  </p:notesMasterIdLst>
  <p:sldSz cx="9144000" cy="5143500" type="screen16x9"/>
  <p:notesSz cx="6858000" cy="9144000"/>
  <p:embeddedFontLst>
    <p:embeddedFont>
      <p:font typeface="Poppins" pitchFamily="2" charset="77"/>
      <p:regular r:id="rId3"/>
      <p:bold r:id="rId4"/>
      <p:italic r:id="rId5"/>
      <p:boldItalic r:id="rId6"/>
    </p:embeddedFont>
    <p:embeddedFont>
      <p:font typeface="Poppins Medium" panose="00000600000000000000" pitchFamily="2" charset="77"/>
      <p:regular r:id="rId7"/>
      <p:bold r:id="rId8"/>
      <p:italic r:id="rId9"/>
      <p:boldItalic r:id="rId10"/>
    </p:embeddedFont>
    <p:embeddedFont>
      <p:font typeface="Poppins SemiBold" panose="00000700000000000000" pitchFamily="2" charset="77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lément Saulnier" initials="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722078B-5231-4813-9324-93ACBC273146}">
  <a:tblStyle styleId="{4722078B-5231-4813-9324-93ACBC27314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2"/>
  </p:normalViewPr>
  <p:slideViewPr>
    <p:cSldViewPr snapToGrid="0">
      <p:cViewPr varScale="1">
        <p:scale>
          <a:sx n="152" d="100"/>
          <a:sy n="152" d="100"/>
        </p:scale>
        <p:origin x="6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font" Target="fonts/font11.fntdata"/><Relationship Id="rId1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font" Target="fonts/font10.fntdata"/><Relationship Id="rId17" Type="http://schemas.openxmlformats.org/officeDocument/2006/relationships/viewProps" Target="viewProps.xml"/><Relationship Id="rId2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font" Target="fonts/font9.fntdata"/><Relationship Id="rId5" Type="http://schemas.openxmlformats.org/officeDocument/2006/relationships/font" Target="fonts/font3.fntdata"/><Relationship Id="rId15" Type="http://schemas.openxmlformats.org/officeDocument/2006/relationships/commentAuthors" Target="commentAuthors.xml"/><Relationship Id="rId10" Type="http://schemas.openxmlformats.org/officeDocument/2006/relationships/font" Target="fonts/font8.fntdata"/><Relationship Id="rId19" Type="http://schemas.openxmlformats.org/officeDocument/2006/relationships/tableStyles" Target="tableStyles.xml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/ sous titre / texte 1">
  <p:cSld name="TITLE_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 descr="dsds"/>
          <p:cNvSpPr txBox="1">
            <a:spLocks noGrp="1"/>
          </p:cNvSpPr>
          <p:nvPr>
            <p:ph type="ctrTitle"/>
          </p:nvPr>
        </p:nvSpPr>
        <p:spPr>
          <a:xfrm>
            <a:off x="249400" y="908859"/>
            <a:ext cx="8520600" cy="4665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/>
          </p:nvPr>
        </p:nvSpPr>
        <p:spPr>
          <a:xfrm>
            <a:off x="249400" y="1334409"/>
            <a:ext cx="7115700" cy="3543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 Medium"/>
              <a:buNone/>
              <a:defRPr sz="1400" b="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PCAET 2019-2025</a:t>
            </a:r>
            <a:endParaRPr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8" name="Google Shape;28;p3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Plan Climat Air Énergie Territorial</a:t>
            </a:r>
            <a:endParaRPr sz="9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/ sous titre / texte 1 1">
  <p:cSld name="TITLE_1_1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 descr="dsds"/>
          <p:cNvSpPr txBox="1">
            <a:spLocks noGrp="1"/>
          </p:cNvSpPr>
          <p:nvPr>
            <p:ph type="ctrTitle"/>
          </p:nvPr>
        </p:nvSpPr>
        <p:spPr>
          <a:xfrm>
            <a:off x="249400" y="686309"/>
            <a:ext cx="8520600" cy="4665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title" idx="2"/>
          </p:nvPr>
        </p:nvSpPr>
        <p:spPr>
          <a:xfrm>
            <a:off x="249400" y="1090509"/>
            <a:ext cx="7115700" cy="3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 Medium"/>
              <a:buNone/>
              <a:defRPr sz="1200" b="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PCAET 2019-2025</a:t>
            </a:r>
            <a:endParaRPr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4" name="Google Shape;34;p4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Plan Climat Air Énergie Territorial</a:t>
            </a:r>
            <a:endParaRPr sz="9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5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title" idx="2"/>
          </p:nvPr>
        </p:nvSpPr>
        <p:spPr>
          <a:xfrm>
            <a:off x="819600" y="2685750"/>
            <a:ext cx="7115700" cy="3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 Medium"/>
              <a:buNone/>
              <a:defRPr sz="1200" b="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PCAET 2019-2025</a:t>
            </a:r>
            <a:endParaRPr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5" name="Google Shape;55;p7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Plan Climat Air Énergie Territorial</a:t>
            </a:r>
            <a:endParaRPr sz="9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 1">
  <p:cSld name="SECTION_HEADER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/>
          <p:nvPr/>
        </p:nvSpPr>
        <p:spPr>
          <a:xfrm>
            <a:off x="-50" y="0"/>
            <a:ext cx="9144000" cy="1272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p8"/>
          <p:cNvSpPr txBox="1">
            <a:spLocks noGrp="1"/>
          </p:cNvSpPr>
          <p:nvPr>
            <p:ph type="title"/>
          </p:nvPr>
        </p:nvSpPr>
        <p:spPr>
          <a:xfrm>
            <a:off x="4785750" y="326000"/>
            <a:ext cx="3962100" cy="534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title" idx="2"/>
          </p:nvPr>
        </p:nvSpPr>
        <p:spPr>
          <a:xfrm>
            <a:off x="4785750" y="967700"/>
            <a:ext cx="4235400" cy="3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Poppins Medium"/>
              <a:buNone/>
              <a:defRPr sz="1200" b="0">
                <a:solidFill>
                  <a:schemeClr val="accent5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 et description 1 1">
  <p:cSld name="SECTION_TITLE_AND_DESCRIPTION_1_1">
    <p:bg>
      <p:bgPr>
        <a:solidFill>
          <a:srgbClr val="FAFBFF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pic>
        <p:nvPicPr>
          <p:cNvPr id="63" name="Google Shape;63;p9" title="image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81563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9"/>
          <p:cNvSpPr txBox="1">
            <a:spLocks noGrp="1"/>
          </p:cNvSpPr>
          <p:nvPr>
            <p:ph type="title"/>
          </p:nvPr>
        </p:nvSpPr>
        <p:spPr>
          <a:xfrm>
            <a:off x="250775" y="3620025"/>
            <a:ext cx="3265800" cy="1207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BFF"/>
              </a:buClr>
              <a:buSzPts val="2400"/>
              <a:buFont typeface="Poppins"/>
              <a:buNone/>
              <a:defRPr sz="2400" b="1">
                <a:solidFill>
                  <a:srgbClr val="FAFBF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9"/>
          <p:cNvSpPr/>
          <p:nvPr/>
        </p:nvSpPr>
        <p:spPr>
          <a:xfrm>
            <a:off x="3845600" y="0"/>
            <a:ext cx="5298300" cy="155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 et description 1 1 1">
  <p:cSld name="SECTION_TITLE_AND_DESCRIPTION_1_1_1">
    <p:bg>
      <p:bgPr>
        <a:solidFill>
          <a:srgbClr val="FAFBFF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pic>
        <p:nvPicPr>
          <p:cNvPr id="68" name="Google Shape;68;p10" title="image-2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81563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250775" y="3653825"/>
            <a:ext cx="3265800" cy="1207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BFF"/>
              </a:buClr>
              <a:buSzPts val="2400"/>
              <a:buFont typeface="Poppins"/>
              <a:buNone/>
              <a:defRPr sz="2400" b="1">
                <a:solidFill>
                  <a:srgbClr val="FAFBF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title" idx="2"/>
          </p:nvPr>
        </p:nvSpPr>
        <p:spPr>
          <a:xfrm>
            <a:off x="3974800" y="252600"/>
            <a:ext cx="4497600" cy="3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Font typeface="Poppins Medium"/>
              <a:buNone/>
              <a:defRPr sz="1200" b="0">
                <a:solidFill>
                  <a:srgbClr val="B7B7B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/>
          <p:nvPr/>
        </p:nvSpPr>
        <p:spPr>
          <a:xfrm>
            <a:off x="3974800" y="637100"/>
            <a:ext cx="4842000" cy="18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5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rPr>
              <a:t>Le lorem ipsum est, en imprimerie, une suite de mots sans signification utilisée à titre provisoire pour calibrer une mise en page, le texte définitif venant remplacer le faux-texte dès qu'il est prêt ou que la mise en page est achevée. Généralement, on utilise un texte en faux latin, le Lorem ipsum ou Lipsum.</a:t>
            </a:r>
            <a:endParaRPr sz="1600">
              <a:solidFill>
                <a:srgbClr val="5D5D7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sldNum" idx="12"/>
          </p:nvPr>
        </p:nvSpPr>
        <p:spPr>
          <a:xfrm>
            <a:off x="8068119" y="4361581"/>
            <a:ext cx="953100" cy="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88</a:t>
            </a: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75" name="Google Shape;75;p11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PCAET 2019-2025</a:t>
            </a:r>
            <a:endParaRPr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Plan Climat Air Énergie Territorial</a:t>
            </a:r>
            <a:endParaRPr sz="9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iffre">
  <p:cSld name="BIG_NUMBER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79" name="Google Shape;79;p12"/>
          <p:cNvSpPr txBox="1"/>
          <p:nvPr/>
        </p:nvSpPr>
        <p:spPr>
          <a:xfrm>
            <a:off x="1122550" y="3022325"/>
            <a:ext cx="1456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endParaRPr sz="4000" b="1">
              <a:solidFill>
                <a:srgbClr val="05458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" name="Google Shape;80;p12"/>
          <p:cNvSpPr txBox="1"/>
          <p:nvPr/>
        </p:nvSpPr>
        <p:spPr>
          <a:xfrm>
            <a:off x="1122550" y="3550925"/>
            <a:ext cx="145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Légende</a:t>
            </a:r>
            <a:endParaRPr sz="1800">
              <a:solidFill>
                <a:srgbClr val="5D5D7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1" name="Google Shape;81;p12"/>
          <p:cNvSpPr txBox="1"/>
          <p:nvPr/>
        </p:nvSpPr>
        <p:spPr>
          <a:xfrm>
            <a:off x="2936788" y="3022325"/>
            <a:ext cx="1456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endParaRPr sz="4000" b="1">
              <a:solidFill>
                <a:srgbClr val="05458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" name="Google Shape;82;p12"/>
          <p:cNvSpPr txBox="1"/>
          <p:nvPr/>
        </p:nvSpPr>
        <p:spPr>
          <a:xfrm>
            <a:off x="2936788" y="3550925"/>
            <a:ext cx="145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Légende</a:t>
            </a:r>
            <a:endParaRPr sz="1800">
              <a:solidFill>
                <a:srgbClr val="5D5D7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3" name="Google Shape;83;p12"/>
          <p:cNvSpPr txBox="1"/>
          <p:nvPr/>
        </p:nvSpPr>
        <p:spPr>
          <a:xfrm>
            <a:off x="4751025" y="3022325"/>
            <a:ext cx="1456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endParaRPr sz="4000" b="1">
              <a:solidFill>
                <a:srgbClr val="05458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" name="Google Shape;84;p12"/>
          <p:cNvSpPr txBox="1"/>
          <p:nvPr/>
        </p:nvSpPr>
        <p:spPr>
          <a:xfrm>
            <a:off x="4751025" y="3550925"/>
            <a:ext cx="145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Légende</a:t>
            </a:r>
            <a:endParaRPr sz="1800">
              <a:solidFill>
                <a:srgbClr val="5D5D7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5" name="Google Shape;85;p12"/>
          <p:cNvSpPr txBox="1"/>
          <p:nvPr/>
        </p:nvSpPr>
        <p:spPr>
          <a:xfrm>
            <a:off x="6565250" y="3022325"/>
            <a:ext cx="1456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endParaRPr sz="4000" b="1">
              <a:solidFill>
                <a:srgbClr val="05458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" name="Google Shape;86;p12"/>
          <p:cNvSpPr txBox="1"/>
          <p:nvPr/>
        </p:nvSpPr>
        <p:spPr>
          <a:xfrm>
            <a:off x="6565250" y="3550925"/>
            <a:ext cx="145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Légende</a:t>
            </a:r>
            <a:endParaRPr sz="1800">
              <a:solidFill>
                <a:srgbClr val="5D5D7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7" name="Google Shape;87;p12"/>
          <p:cNvSpPr txBox="1">
            <a:spLocks noGrp="1"/>
          </p:cNvSpPr>
          <p:nvPr>
            <p:ph type="ctrTitle"/>
          </p:nvPr>
        </p:nvSpPr>
        <p:spPr>
          <a:xfrm>
            <a:off x="311700" y="1786100"/>
            <a:ext cx="8520600" cy="46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subTitle" idx="1"/>
          </p:nvPr>
        </p:nvSpPr>
        <p:spPr>
          <a:xfrm>
            <a:off x="1518475" y="2462300"/>
            <a:ext cx="6001800" cy="367500"/>
          </a:xfrm>
          <a:prstGeom prst="rect">
            <a:avLst/>
          </a:prstGeom>
          <a:solidFill>
            <a:srgbClr val="0B5EBE"/>
          </a:solidFill>
          <a:ln w="38100" cap="flat" cmpd="sng">
            <a:solidFill>
              <a:srgbClr val="0B5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BFF"/>
              </a:buClr>
              <a:buSzPts val="1600"/>
              <a:buFont typeface="Poppins Medium"/>
              <a:buNone/>
              <a:defRPr sz="1600">
                <a:solidFill>
                  <a:srgbClr val="FAFBF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se en page personnalisée 2">
  <p:cSld name="CUSTOM_3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7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se en page personnalisée 1">
  <p:cSld name="CUSTOM">
    <p:bg>
      <p:bgPr>
        <a:solidFill>
          <a:srgbClr val="05458D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>
            <a:spLocks noGrp="1"/>
          </p:cNvSpPr>
          <p:nvPr>
            <p:ph type="title"/>
          </p:nvPr>
        </p:nvSpPr>
        <p:spPr>
          <a:xfrm>
            <a:off x="898200" y="2325450"/>
            <a:ext cx="7347600" cy="52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95" name="Google Shape;95;p15" title="logoFond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19150" y="2513275"/>
            <a:ext cx="4346101" cy="32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5"/>
          <p:cNvSpPr txBox="1">
            <a:spLocks noGrp="1"/>
          </p:cNvSpPr>
          <p:nvPr>
            <p:ph type="title" idx="2"/>
          </p:nvPr>
        </p:nvSpPr>
        <p:spPr>
          <a:xfrm>
            <a:off x="1873025" y="3261450"/>
            <a:ext cx="5398200" cy="433500"/>
          </a:xfrm>
          <a:prstGeom prst="rect">
            <a:avLst/>
          </a:prstGeom>
          <a:solidFill>
            <a:srgbClr val="0B5EBE"/>
          </a:solidFill>
          <a:ln w="38100" cap="flat" cmpd="sng">
            <a:solidFill>
              <a:srgbClr val="0B5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pic>
        <p:nvPicPr>
          <p:cNvPr id="97" name="Google Shape;97;p15" title="Fiche actio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8903" y="1639029"/>
            <a:ext cx="686423" cy="68642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se en page personnalisée 1 2">
  <p:cSld name="CUSTOM_4">
    <p:bg>
      <p:bgPr>
        <a:solidFill>
          <a:srgbClr val="05458D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>
            <a:spLocks noGrp="1"/>
          </p:cNvSpPr>
          <p:nvPr>
            <p:ph type="title"/>
          </p:nvPr>
        </p:nvSpPr>
        <p:spPr>
          <a:xfrm>
            <a:off x="898200" y="2876650"/>
            <a:ext cx="7347600" cy="106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01" name="Google Shape;101;p16" title="logoFond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19150" y="2513275"/>
            <a:ext cx="4346101" cy="32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6"/>
          <p:cNvSpPr txBox="1">
            <a:spLocks noGrp="1"/>
          </p:cNvSpPr>
          <p:nvPr>
            <p:ph type="title" idx="2"/>
          </p:nvPr>
        </p:nvSpPr>
        <p:spPr>
          <a:xfrm>
            <a:off x="1873025" y="3812650"/>
            <a:ext cx="5398200" cy="433500"/>
          </a:xfrm>
          <a:prstGeom prst="rect">
            <a:avLst/>
          </a:prstGeom>
          <a:solidFill>
            <a:srgbClr val="0B5EBE"/>
          </a:solidFill>
          <a:ln w="38100" cap="flat" cmpd="sng">
            <a:solidFill>
              <a:srgbClr val="0B5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title" idx="3"/>
          </p:nvPr>
        </p:nvSpPr>
        <p:spPr>
          <a:xfrm>
            <a:off x="898200" y="1548575"/>
            <a:ext cx="7347600" cy="881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None/>
              <a:defRPr sz="33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104" name="Google Shape;104;p16"/>
          <p:cNvCxnSpPr/>
          <p:nvPr/>
        </p:nvCxnSpPr>
        <p:spPr>
          <a:xfrm>
            <a:off x="2427750" y="2771475"/>
            <a:ext cx="42885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5" name="Google Shape;105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se en page personnalisée 1 1">
  <p:cSld name="CUSTOM_1">
    <p:bg>
      <p:bgPr>
        <a:solidFill>
          <a:srgbClr val="05458D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title"/>
          </p:nvPr>
        </p:nvSpPr>
        <p:spPr>
          <a:xfrm>
            <a:off x="898200" y="1998050"/>
            <a:ext cx="7347600" cy="106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title" idx="2"/>
          </p:nvPr>
        </p:nvSpPr>
        <p:spPr>
          <a:xfrm>
            <a:off x="1873025" y="3066950"/>
            <a:ext cx="5398200" cy="433500"/>
          </a:xfrm>
          <a:prstGeom prst="rect">
            <a:avLst/>
          </a:prstGeom>
          <a:solidFill>
            <a:srgbClr val="0B5EBE"/>
          </a:solidFill>
          <a:ln w="38100" cap="flat" cmpd="sng">
            <a:solidFill>
              <a:srgbClr val="0B5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09" name="Google Shape;109;p17" title="logoFond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19150" y="2513275"/>
            <a:ext cx="4346101" cy="32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92541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5458D"/>
              </a:buClr>
              <a:buSzPts val="2800"/>
              <a:buFont typeface="Poppins"/>
              <a:buNone/>
              <a:defRPr sz="2800" b="1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445550" y="2642991"/>
            <a:ext cx="5189400" cy="21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●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○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■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●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○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■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●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○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■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6583375" y="2674250"/>
            <a:ext cx="548700" cy="10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6909125" y="2666675"/>
            <a:ext cx="225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75" y="0"/>
            <a:ext cx="9144000" cy="755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title" idx="2"/>
          </p:nvPr>
        </p:nvSpPr>
        <p:spPr>
          <a:xfrm>
            <a:off x="1240675" y="218475"/>
            <a:ext cx="3932700" cy="1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5458D"/>
              </a:buClr>
              <a:buSzPts val="1200"/>
              <a:buFont typeface="Poppins"/>
              <a:buNone/>
              <a:defRPr sz="1200" b="1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title" idx="3"/>
          </p:nvPr>
        </p:nvSpPr>
        <p:spPr>
          <a:xfrm>
            <a:off x="1240675" y="390775"/>
            <a:ext cx="2957100" cy="1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900"/>
              <a:buFont typeface="Poppins Medium"/>
              <a:buNone/>
              <a:defRPr sz="900" b="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title" idx="4"/>
          </p:nvPr>
        </p:nvSpPr>
        <p:spPr>
          <a:xfrm>
            <a:off x="6024375" y="390775"/>
            <a:ext cx="2957100" cy="1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900"/>
              <a:buFont typeface="Poppins Medium"/>
              <a:buNone/>
              <a:defRPr sz="900" b="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pic>
        <p:nvPicPr>
          <p:cNvPr id="15" name="Google Shape;15;p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54236" y="177750"/>
            <a:ext cx="923528" cy="4002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1" r:id="rId10"/>
    <p:sldLayoutId id="2147483662" r:id="rId11"/>
    <p:sldLayoutId id="2147483663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theme/theme1.xml><?xml version="1.0" encoding="utf-8"?>
<a:theme xmlns:a="http://schemas.openxmlformats.org/drawingml/2006/main" name="Theme TET">
  <a:themeElements>
    <a:clrScheme name="Simple Light">
      <a:dk1>
        <a:srgbClr val="154C88"/>
      </a:dk1>
      <a:lt1>
        <a:srgbClr val="FAFBFF"/>
      </a:lt1>
      <a:dk2>
        <a:srgbClr val="5D5D79"/>
      </a:dk2>
      <a:lt2>
        <a:srgbClr val="EEEEEE"/>
      </a:lt2>
      <a:accent1>
        <a:srgbClr val="0B5EBE"/>
      </a:accent1>
      <a:accent2>
        <a:srgbClr val="05458D"/>
      </a:accent2>
      <a:accent3>
        <a:srgbClr val="48A775"/>
      </a:accent3>
      <a:accent4>
        <a:srgbClr val="F55B5B"/>
      </a:accent4>
      <a:accent5>
        <a:srgbClr val="4380F5"/>
      </a:accent5>
      <a:accent6>
        <a:srgbClr val="F4C447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Affichage à l'écran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5" baseType="lpstr">
      <vt:lpstr>Poppins SemiBold</vt:lpstr>
      <vt:lpstr>Poppins</vt:lpstr>
      <vt:lpstr>Arial</vt:lpstr>
      <vt:lpstr>Poppins Medium</vt:lpstr>
      <vt:lpstr>Theme TET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Thibaut Dusanter</cp:lastModifiedBy>
  <cp:revision>1</cp:revision>
  <dcterms:modified xsi:type="dcterms:W3CDTF">2025-11-18T15:47:22Z</dcterms:modified>
</cp:coreProperties>
</file>